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7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DM Sans Semi Bold" panose="020B0604020202020204" charset="0"/>
      <p:regular r:id="rId11"/>
    </p:embeddedFont>
    <p:embeddedFont>
      <p:font typeface="Inter Medium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5217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6189C-8FBE-7856-EE04-B627685A14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AEE0C7-9C73-3C0D-097A-2482538E0D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B3CC5-38D9-C0EC-BB0E-041DA7D68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6B925-1713-40DB-AA74-4561F63FA998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A8151-5A45-B007-D29A-14D172DFE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A599C-F518-78A1-5587-D57E4EE09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8FBC1-A934-4D86-813C-F7DC4BB40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90911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08E28-59ED-B99A-50D0-D7E47AAF1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76E97-D688-95C6-E085-6DCE21064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C6494-B64E-0992-3C1F-E39B7BF8D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6B925-1713-40DB-AA74-4561F63FA998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ACED3-224F-E79B-0AD9-DE29BE50B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6E78A-33B8-5BCB-6AFB-20F43DF5F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8FBC1-A934-4D86-813C-F7DC4BB40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51353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B762C-2292-41BF-C464-BED3DA86C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1E113-6613-4BCC-91DF-A1566E7E4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30308-261F-8D1E-FCCD-0F57D7945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6B925-1713-40DB-AA74-4561F63FA998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8E280-3806-A36D-F41D-6CEF17D70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237D8-500B-25A1-3C1A-2FBEC0F01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8FBC1-A934-4D86-813C-F7DC4BB40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21934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18030-C5B1-E31B-AA86-9C7FD74FD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AEC14-31A7-4B73-2A66-EDBDA1148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03CCB3-A9C8-66A0-5297-8FF3E5C27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D6A7F1-3C30-E30E-E6B1-B2645C9B3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6B925-1713-40DB-AA74-4561F63FA998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40FBE7-4A85-04F5-9DE2-F5EFCF44E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9B191-21F1-93B5-C48A-AB67ECE74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8FBC1-A934-4D86-813C-F7DC4BB40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72898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C8059-C559-4493-47C6-4F5A2752A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217F7-0F35-559F-D4E6-571367494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EF159E-B600-2295-8A73-11843DD9F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0BE368-9D27-F4DF-C7DD-5C763549B1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EA63B5-C572-73FE-63E7-87E63BC584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E006D0-2880-F8EC-2EF4-067D4D41D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6B925-1713-40DB-AA74-4561F63FA998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B0456C-9A4E-ED02-D3C6-9262207E9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1A0516-D006-1018-9E97-2FDF8539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8FBC1-A934-4D86-813C-F7DC4BB40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96421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F0B98-A44D-B122-53CF-1E5FA7D1F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86D7A5-4261-4C7B-AE0C-970FD247B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6B925-1713-40DB-AA74-4561F63FA998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86AD8B-E923-B636-F19D-4E0E86431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5FD172-0D18-2FD4-5283-300B21B06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8FBC1-A934-4D86-813C-F7DC4BB40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83061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BAC8C4-0576-7107-491C-5C3B07373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6B925-1713-40DB-AA74-4561F63FA998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C7D994-3DA0-D9CB-44B7-BC34F2B7A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DFB4F-3FA1-E64C-DA26-F9E136926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8FBC1-A934-4D86-813C-F7DC4BB40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05168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025A5-98E0-ABBA-957D-22C611828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3EC7F-DA14-2BCB-7EF5-03A7809DF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CB8078-34A5-196C-373A-78DE13817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02CA75-AF13-C668-9E70-32C2ACADF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6B925-1713-40DB-AA74-4561F63FA998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EE6F6-26F4-0371-7AC2-AED2CDEB4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A2453-2D7F-BF79-A75F-40607C50B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8FBC1-A934-4D86-813C-F7DC4BB40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52232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7F01B-6674-9904-A95D-285F8F0FC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D96B9B-48D2-2A5A-E5CF-8ABB320DA9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0651E8-87F9-691C-B76D-83AB0C458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4C79BF-EEF7-1BF7-719A-195ED89C9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6B925-1713-40DB-AA74-4561F63FA998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3F272F-6AA5-93F5-59CF-F5232139C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39BED-784D-6B8D-B7D2-96D2D374D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8FBC1-A934-4D86-813C-F7DC4BB40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2047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A2FE2-1068-2588-77BE-F6863E714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FAA804-28A4-3298-A810-536C40C071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39E8F-FA4E-3761-738F-62BD2D5EB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6B925-1713-40DB-AA74-4561F63FA998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53148-50B8-BC5D-20D7-5EE1152F2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66BC2-4380-501C-B8F2-01214921A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8FBC1-A934-4D86-813C-F7DC4BB40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05965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7DC3F3-AC1D-4911-7876-88A9339D3F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DB3CF0-0A2E-E6DA-8A8C-C242C857DC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B0007-215B-7584-66B3-221F28D8E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6B925-1713-40DB-AA74-4561F63FA998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D1D8F-7A22-D925-9F18-B0021F91A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BE51B-584D-080D-2BEB-953550710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8FBC1-A934-4D86-813C-F7DC4BB40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11556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3856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5469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04328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18495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27903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0550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2095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4DA409-CD2E-FEDC-2408-85D84D0F0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FE1355-72B3-9AA4-BA3D-05A69503B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78ADF-584F-174E-791C-FE149DA5B0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6B925-1713-40DB-AA74-4561F63FA998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1AE32-4FE7-0731-ADEC-383D0253F6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8FE1C-8E63-F112-2D15-E09F1832B0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8FBC1-A934-4D86-813C-F7DC4BB40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557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43922" y="448497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r>
              <a:rPr lang="en-US" sz="3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Project Title :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43922" y="516877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  <a:buSzPct val="100000"/>
            </a:pPr>
            <a:r>
              <a:rPr lang="en-US" sz="3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Problem Statement :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43922" y="589254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  <a:buSzPct val="100000"/>
            </a:pPr>
            <a:r>
              <a:rPr lang="en-US" sz="3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Team Name :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43922" y="659075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  <a:buSzPct val="100000"/>
            </a:pPr>
            <a:r>
              <a:rPr lang="en-US" sz="3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Department :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43922" y="728106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  <a:buSzPct val="100000"/>
            </a:pPr>
            <a:r>
              <a:rPr lang="en-US" sz="3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Year : </a:t>
            </a:r>
            <a:endParaRPr lang="en-US" sz="36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8AED96B-4277-50F3-8E75-6B55D91B11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42" b="3888"/>
          <a:stretch>
            <a:fillRect/>
          </a:stretch>
        </p:blipFill>
        <p:spPr>
          <a:xfrm>
            <a:off x="310107" y="301080"/>
            <a:ext cx="13918849" cy="3858323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4B0EB59-578F-82C8-FA8A-42C62CC1F3AA}"/>
              </a:ext>
            </a:extLst>
          </p:cNvPr>
          <p:cNvSpPr/>
          <p:nvPr/>
        </p:nvSpPr>
        <p:spPr>
          <a:xfrm>
            <a:off x="178419" y="144966"/>
            <a:ext cx="14184351" cy="7917366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96740" y="336614"/>
            <a:ext cx="498776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Problem &amp; Idea</a:t>
            </a:r>
            <a:endParaRPr lang="en-US" sz="3550" dirty="0"/>
          </a:p>
        </p:txBody>
      </p:sp>
      <p:sp>
        <p:nvSpPr>
          <p:cNvPr id="4" name="Shape 2"/>
          <p:cNvSpPr/>
          <p:nvPr/>
        </p:nvSpPr>
        <p:spPr>
          <a:xfrm>
            <a:off x="793790" y="2591833"/>
            <a:ext cx="6407944" cy="868918"/>
          </a:xfrm>
          <a:prstGeom prst="roundRect">
            <a:avLst>
              <a:gd name="adj" fmla="val 1683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2591833"/>
            <a:ext cx="121920" cy="868918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28491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93790" y="3687565"/>
            <a:ext cx="6407944" cy="868918"/>
          </a:xfrm>
          <a:prstGeom prst="roundRect">
            <a:avLst>
              <a:gd name="adj" fmla="val 1683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3310" y="3687565"/>
            <a:ext cx="121920" cy="868918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12" name="Text 10"/>
          <p:cNvSpPr/>
          <p:nvPr/>
        </p:nvSpPr>
        <p:spPr>
          <a:xfrm>
            <a:off x="1142524" y="39448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Idea / Approach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428548" y="3687565"/>
            <a:ext cx="6408063" cy="868918"/>
          </a:xfrm>
          <a:prstGeom prst="roundRect">
            <a:avLst>
              <a:gd name="adj" fmla="val 1683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98067" y="3687565"/>
            <a:ext cx="121920" cy="868918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7282" y="39448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Key Innovations</a:t>
            </a:r>
            <a:endParaRPr lang="en-US" sz="22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010C7AD-15F6-ADB3-3089-B63C7D90B6EA}"/>
              </a:ext>
            </a:extLst>
          </p:cNvPr>
          <p:cNvCxnSpPr/>
          <p:nvPr/>
        </p:nvCxnSpPr>
        <p:spPr>
          <a:xfrm>
            <a:off x="-15333" y="1167168"/>
            <a:ext cx="1465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93A934C-06DF-9566-0861-701FF862A9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358" b="20054"/>
          <a:stretch>
            <a:fillRect/>
          </a:stretch>
        </p:blipFill>
        <p:spPr>
          <a:xfrm>
            <a:off x="11586117" y="-1595"/>
            <a:ext cx="3044283" cy="11687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93790" y="300863"/>
            <a:ext cx="566166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Proposed Solution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4730171" y="2534124"/>
            <a:ext cx="362014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Explain your solution clearly here</a:t>
            </a:r>
            <a:endParaRPr lang="en-US" sz="175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8E4D0A-0CAF-D312-0F36-CBD4AF8CE9FE}"/>
              </a:ext>
            </a:extLst>
          </p:cNvPr>
          <p:cNvCxnSpPr/>
          <p:nvPr/>
        </p:nvCxnSpPr>
        <p:spPr>
          <a:xfrm>
            <a:off x="-15333" y="1167168"/>
            <a:ext cx="1465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80184A98-3CED-3202-0D9C-859D11C81F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358" b="20054"/>
          <a:stretch>
            <a:fillRect/>
          </a:stretch>
        </p:blipFill>
        <p:spPr>
          <a:xfrm>
            <a:off x="11586117" y="-1595"/>
            <a:ext cx="3044283" cy="11687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93790" y="355754"/>
            <a:ext cx="674870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Technology / Approach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4306425" y="2277645"/>
            <a:ext cx="41818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CS / Bio-Chemistry / Commerce details</a:t>
            </a:r>
            <a:endParaRPr lang="en-US" sz="175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325BB5-84C9-AC54-FE40-131141FD7444}"/>
              </a:ext>
            </a:extLst>
          </p:cNvPr>
          <p:cNvCxnSpPr/>
          <p:nvPr/>
        </p:nvCxnSpPr>
        <p:spPr>
          <a:xfrm>
            <a:off x="-15333" y="1167168"/>
            <a:ext cx="1465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73EDF627-DFAF-1BED-0234-5E2B9E7E9E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358" b="20054"/>
          <a:stretch>
            <a:fillRect/>
          </a:stretch>
        </p:blipFill>
        <p:spPr>
          <a:xfrm>
            <a:off x="11586117" y="-1595"/>
            <a:ext cx="3044283" cy="11687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93790" y="305102"/>
            <a:ext cx="620137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System Architecture</a:t>
            </a:r>
            <a:endParaRPr lang="en-US" sz="3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739952"/>
            <a:ext cx="6521410" cy="907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38740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User</a:t>
            </a:r>
            <a:endParaRPr lang="en-US" sz="2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739952"/>
            <a:ext cx="6521410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42014" y="38740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App</a:t>
            </a:r>
            <a:endParaRPr lang="en-US" sz="2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455166"/>
            <a:ext cx="6521410" cy="9072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20604" y="55892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Database</a:t>
            </a:r>
            <a:endParaRPr lang="en-US" sz="2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455166"/>
            <a:ext cx="6521410" cy="9072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42014" y="55892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Result</a:t>
            </a:r>
            <a:endParaRPr lang="en-US" sz="22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9B9D367-F22C-BE3D-D32A-02BC4BD050F2}"/>
              </a:ext>
            </a:extLst>
          </p:cNvPr>
          <p:cNvCxnSpPr/>
          <p:nvPr/>
        </p:nvCxnSpPr>
        <p:spPr>
          <a:xfrm>
            <a:off x="-15333" y="1167168"/>
            <a:ext cx="1465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E1DA4A6B-990D-25BB-761A-586DFC4C40E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2358" b="20054"/>
          <a:stretch>
            <a:fillRect/>
          </a:stretch>
        </p:blipFill>
        <p:spPr>
          <a:xfrm>
            <a:off x="11586117" y="-1595"/>
            <a:ext cx="3044283" cy="11687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93790" y="315058"/>
            <a:ext cx="560998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Impact &amp; Benefits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24972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C977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Who benefits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07836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Clearly define the target audience or stakeholders who will gain from this project.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24972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C977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How it helps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307836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Detail the specific advantages, improvements, or solutions your project provides.</a:t>
            </a:r>
            <a:endParaRPr lang="en-US" sz="175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6639BF-4DB8-32B9-0980-D53A64A59197}"/>
              </a:ext>
            </a:extLst>
          </p:cNvPr>
          <p:cNvCxnSpPr/>
          <p:nvPr/>
        </p:nvCxnSpPr>
        <p:spPr>
          <a:xfrm>
            <a:off x="-15333" y="1167168"/>
            <a:ext cx="1465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D407747-ABE5-F537-8C58-1435A92522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358" b="20054"/>
          <a:stretch>
            <a:fillRect/>
          </a:stretch>
        </p:blipFill>
        <p:spPr>
          <a:xfrm>
            <a:off x="11586117" y="-1595"/>
            <a:ext cx="3044283" cy="11687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93790" y="355215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Team Details</a:t>
            </a:r>
            <a:endParaRPr lang="en-US" sz="3550" dirty="0"/>
          </a:p>
        </p:txBody>
      </p:sp>
      <p:sp>
        <p:nvSpPr>
          <p:cNvPr id="5" name="Shape 3"/>
          <p:cNvSpPr/>
          <p:nvPr/>
        </p:nvSpPr>
        <p:spPr>
          <a:xfrm>
            <a:off x="801410" y="3667482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289108" y="3811191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Branch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45943" y="3811191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Stream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802779" y="3811191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Year</a:t>
            </a:r>
            <a:endParaRPr lang="en-US" sz="175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3785D89-7A86-30B3-49A1-5E6F181B8C25}"/>
              </a:ext>
            </a:extLst>
          </p:cNvPr>
          <p:cNvCxnSpPr/>
          <p:nvPr/>
        </p:nvCxnSpPr>
        <p:spPr>
          <a:xfrm>
            <a:off x="-15333" y="1167168"/>
            <a:ext cx="1465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54E21BB6-AC73-7468-E1DC-8EB77C24F0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914951"/>
              </p:ext>
            </p:extLst>
          </p:nvPr>
        </p:nvGraphicFramePr>
        <p:xfrm>
          <a:off x="602166" y="2375210"/>
          <a:ext cx="13459524" cy="471696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364881">
                  <a:extLst>
                    <a:ext uri="{9D8B030D-6E8A-4147-A177-3AD203B41FA5}">
                      <a16:colId xmlns:a16="http://schemas.microsoft.com/office/drawing/2014/main" val="2172076256"/>
                    </a:ext>
                  </a:extLst>
                </a:gridCol>
                <a:gridCol w="3364881">
                  <a:extLst>
                    <a:ext uri="{9D8B030D-6E8A-4147-A177-3AD203B41FA5}">
                      <a16:colId xmlns:a16="http://schemas.microsoft.com/office/drawing/2014/main" val="1332986101"/>
                    </a:ext>
                  </a:extLst>
                </a:gridCol>
                <a:gridCol w="3364881">
                  <a:extLst>
                    <a:ext uri="{9D8B030D-6E8A-4147-A177-3AD203B41FA5}">
                      <a16:colId xmlns:a16="http://schemas.microsoft.com/office/drawing/2014/main" val="3888369716"/>
                    </a:ext>
                  </a:extLst>
                </a:gridCol>
                <a:gridCol w="3364881">
                  <a:extLst>
                    <a:ext uri="{9D8B030D-6E8A-4147-A177-3AD203B41FA5}">
                      <a16:colId xmlns:a16="http://schemas.microsoft.com/office/drawing/2014/main" val="4038767475"/>
                    </a:ext>
                  </a:extLst>
                </a:gridCol>
              </a:tblGrid>
              <a:tr h="1179242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Team leader name 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Branch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Stream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Year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6929082"/>
                  </a:ext>
                </a:extLst>
              </a:tr>
              <a:tr h="1179242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Team member name 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Branch</a:t>
                      </a:r>
                      <a:endParaRPr lang="en-IN" dirty="0"/>
                    </a:p>
                    <a:p>
                      <a:pPr algn="l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Stream</a:t>
                      </a:r>
                      <a:endParaRPr lang="en-IN" dirty="0"/>
                    </a:p>
                    <a:p>
                      <a:pPr algn="l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Year</a:t>
                      </a:r>
                      <a:endParaRPr lang="en-IN" dirty="0"/>
                    </a:p>
                    <a:p>
                      <a:pPr algn="l"/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9386208"/>
                  </a:ext>
                </a:extLst>
              </a:tr>
              <a:tr h="1179242"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Team member name </a:t>
                      </a:r>
                      <a:endParaRPr lang="en-IN" dirty="0"/>
                    </a:p>
                    <a:p>
                      <a:pPr algn="l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Branch</a:t>
                      </a:r>
                      <a:endParaRPr lang="en-IN" dirty="0"/>
                    </a:p>
                    <a:p>
                      <a:pPr algn="l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Stream</a:t>
                      </a:r>
                      <a:endParaRPr lang="en-IN" dirty="0"/>
                    </a:p>
                    <a:p>
                      <a:pPr algn="l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Year</a:t>
                      </a:r>
                      <a:endParaRPr lang="en-IN" dirty="0"/>
                    </a:p>
                    <a:p>
                      <a:pPr algn="l"/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8633271"/>
                  </a:ext>
                </a:extLst>
              </a:tr>
              <a:tr h="1179242"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Team member name </a:t>
                      </a:r>
                      <a:endParaRPr lang="en-IN" dirty="0"/>
                    </a:p>
                    <a:p>
                      <a:pPr algn="l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Branch</a:t>
                      </a:r>
                      <a:endParaRPr lang="en-IN" dirty="0"/>
                    </a:p>
                    <a:p>
                      <a:pPr algn="l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Stream</a:t>
                      </a:r>
                      <a:endParaRPr lang="en-IN" dirty="0"/>
                    </a:p>
                    <a:p>
                      <a:pPr algn="l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Year</a:t>
                      </a:r>
                      <a:endParaRPr lang="en-IN" dirty="0"/>
                    </a:p>
                    <a:p>
                      <a:pPr algn="l"/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6211696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8A1F44CD-EF50-C32D-6069-2957B9E3C8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358" b="20054"/>
          <a:stretch>
            <a:fillRect/>
          </a:stretch>
        </p:blipFill>
        <p:spPr>
          <a:xfrm>
            <a:off x="11586117" y="-1595"/>
            <a:ext cx="3044283" cy="11687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C042A3E-04DD-47C5-64D5-C92748AF40A3}"/>
              </a:ext>
            </a:extLst>
          </p:cNvPr>
          <p:cNvSpPr/>
          <p:nvPr/>
        </p:nvSpPr>
        <p:spPr>
          <a:xfrm>
            <a:off x="1969382" y="846413"/>
            <a:ext cx="4694992" cy="404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150"/>
              </a:lnSpc>
              <a:buNone/>
            </a:pPr>
            <a:r>
              <a:rPr lang="en-US" sz="4000" dirty="0">
                <a:ea typeface="DM Sans Semi Bold" pitchFamily="34" charset="-122"/>
                <a:cs typeface="DM Sans Semi Bold" pitchFamily="34" charset="-120"/>
              </a:rPr>
              <a:t>📌 Slide 8 — Submission Rules</a:t>
            </a:r>
            <a:endParaRPr lang="en-US" sz="4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815251D-CA02-7228-B4A6-2B8C125AAA0A}"/>
              </a:ext>
            </a:extLst>
          </p:cNvPr>
          <p:cNvSpPr/>
          <p:nvPr/>
        </p:nvSpPr>
        <p:spPr>
          <a:xfrm>
            <a:off x="1969382" y="1510306"/>
            <a:ext cx="819376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ea typeface="Inter Medium" pitchFamily="34" charset="-122"/>
                <a:cs typeface="Inter Medium" pitchFamily="34" charset="-120"/>
              </a:rPr>
              <a:t>Please follow these rules strictly while preparing your PPT:</a:t>
            </a:r>
            <a:endParaRPr lang="en-US" sz="1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0E80169-6B74-AF7D-F00B-B162D8E18562}"/>
              </a:ext>
            </a:extLst>
          </p:cNvPr>
          <p:cNvSpPr/>
          <p:nvPr/>
        </p:nvSpPr>
        <p:spPr>
          <a:xfrm>
            <a:off x="1969382" y="1989841"/>
            <a:ext cx="246030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00"/>
              </a:lnSpc>
              <a:buNone/>
            </a:pPr>
            <a:r>
              <a:rPr lang="en-US" sz="2400" dirty="0">
                <a:ea typeface="DM Sans Semi Bold" pitchFamily="34" charset="-122"/>
                <a:cs typeface="DM Sans Semi Bold" pitchFamily="34" charset="-120"/>
              </a:rPr>
              <a:t>📄 1. Use the Given Format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8D30437-C0F1-8718-91B7-00610CC5C181}"/>
              </a:ext>
            </a:extLst>
          </p:cNvPr>
          <p:cNvSpPr/>
          <p:nvPr/>
        </p:nvSpPr>
        <p:spPr>
          <a:xfrm>
            <a:off x="1969382" y="2427039"/>
            <a:ext cx="819376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400" dirty="0">
                <a:ea typeface="Inter Medium" pitchFamily="34" charset="-122"/>
                <a:cs typeface="Inter Medium" pitchFamily="34" charset="-120"/>
              </a:rPr>
              <a:t>You must use the </a:t>
            </a:r>
            <a:r>
              <a:rPr lang="en-US" sz="1400" b="1" dirty="0">
                <a:ea typeface="Inter Medium" pitchFamily="34" charset="-122"/>
                <a:cs typeface="Inter Medium" pitchFamily="34" charset="-120"/>
              </a:rPr>
              <a:t>DETROTHON 2026 PPT template</a:t>
            </a:r>
            <a:r>
              <a:rPr lang="en-US" sz="1400" dirty="0">
                <a:ea typeface="Inter Medium" pitchFamily="34" charset="-122"/>
                <a:cs typeface="Inter Medium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8147D0B-5212-0DE6-824D-A78D41ABA31E}"/>
              </a:ext>
            </a:extLst>
          </p:cNvPr>
          <p:cNvSpPr/>
          <p:nvPr/>
        </p:nvSpPr>
        <p:spPr>
          <a:xfrm>
            <a:off x="1969382" y="2679451"/>
            <a:ext cx="819376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400" b="1" dirty="0">
                <a:ea typeface="Inter Medium" pitchFamily="34" charset="-122"/>
                <a:cs typeface="Inter Medium" pitchFamily="34" charset="-120"/>
              </a:rPr>
              <a:t>Do not change</a:t>
            </a:r>
            <a:r>
              <a:rPr lang="en-US" sz="1400" dirty="0">
                <a:ea typeface="Inter Medium" pitchFamily="34" charset="-122"/>
                <a:cs typeface="Inter Medium" pitchFamily="34" charset="-120"/>
              </a:rPr>
              <a:t> the slide design, layout, colors, or theme.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FB9EFD5-3923-E521-8F94-5C8AD49CB5F8}"/>
              </a:ext>
            </a:extLst>
          </p:cNvPr>
          <p:cNvSpPr/>
          <p:nvPr/>
        </p:nvSpPr>
        <p:spPr>
          <a:xfrm>
            <a:off x="1969382" y="3080930"/>
            <a:ext cx="233374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00"/>
              </a:lnSpc>
              <a:buNone/>
            </a:pPr>
            <a:r>
              <a:rPr lang="en-US" sz="2400" dirty="0">
                <a:ea typeface="DM Sans Semi Bold" pitchFamily="34" charset="-122"/>
                <a:cs typeface="DM Sans Semi Bold" pitchFamily="34" charset="-120"/>
              </a:rPr>
              <a:t>🧱 2. Editable Areas Only</a:t>
            </a:r>
            <a:endParaRPr lang="en-US" sz="2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8CD9399-12FF-FBB6-89EE-BDF14852AF21}"/>
              </a:ext>
            </a:extLst>
          </p:cNvPr>
          <p:cNvSpPr/>
          <p:nvPr/>
        </p:nvSpPr>
        <p:spPr>
          <a:xfrm>
            <a:off x="1969382" y="3518128"/>
            <a:ext cx="819376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ea typeface="Inter Medium" pitchFamily="34" charset="-122"/>
                <a:cs typeface="Inter Medium" pitchFamily="34" charset="-120"/>
              </a:rPr>
              <a:t>As shown in the example below: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C540BA5-EAE7-A73F-1F16-18562BFC0732}"/>
              </a:ext>
            </a:extLst>
          </p:cNvPr>
          <p:cNvSpPr/>
          <p:nvPr/>
        </p:nvSpPr>
        <p:spPr>
          <a:xfrm>
            <a:off x="1969382" y="3871029"/>
            <a:ext cx="819376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400" dirty="0">
                <a:ea typeface="Inter Medium" pitchFamily="34" charset="-122"/>
                <a:cs typeface="Inter Medium" pitchFamily="34" charset="-120"/>
              </a:rPr>
              <a:t>You </a:t>
            </a:r>
            <a:r>
              <a:rPr lang="en-US" sz="1400" b="1" dirty="0">
                <a:ea typeface="Inter Medium" pitchFamily="34" charset="-122"/>
                <a:cs typeface="Inter Medium" pitchFamily="34" charset="-120"/>
              </a:rPr>
              <a:t>may change or delete</a:t>
            </a:r>
            <a:r>
              <a:rPr lang="en-US" sz="1400" dirty="0">
                <a:ea typeface="Inter Medium" pitchFamily="34" charset="-122"/>
                <a:cs typeface="Inter Medium" pitchFamily="34" charset="-120"/>
              </a:rPr>
              <a:t> content </a:t>
            </a:r>
            <a:r>
              <a:rPr lang="en-US" sz="1400" b="1" dirty="0">
                <a:ea typeface="Inter Medium" pitchFamily="34" charset="-122"/>
                <a:cs typeface="Inter Medium" pitchFamily="34" charset="-120"/>
              </a:rPr>
              <a:t>below the black line</a:t>
            </a:r>
            <a:r>
              <a:rPr lang="en-US" sz="1400" dirty="0">
                <a:ea typeface="Inter Medium" pitchFamily="34" charset="-122"/>
                <a:cs typeface="Inter Medium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7E71030-0987-2822-99CA-C9413630206E}"/>
              </a:ext>
            </a:extLst>
          </p:cNvPr>
          <p:cNvSpPr/>
          <p:nvPr/>
        </p:nvSpPr>
        <p:spPr>
          <a:xfrm>
            <a:off x="1969382" y="4123441"/>
            <a:ext cx="819376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400" dirty="0">
                <a:ea typeface="Inter Medium" pitchFamily="34" charset="-122"/>
                <a:cs typeface="Inter Medium" pitchFamily="34" charset="-120"/>
              </a:rPr>
              <a:t>You </a:t>
            </a:r>
            <a:r>
              <a:rPr lang="en-US" sz="1400" b="1" dirty="0">
                <a:ea typeface="Inter Medium" pitchFamily="34" charset="-122"/>
                <a:cs typeface="Inter Medium" pitchFamily="34" charset="-120"/>
              </a:rPr>
              <a:t>must not modify anything above the black line</a:t>
            </a:r>
            <a:r>
              <a:rPr lang="en-US" sz="1400" dirty="0">
                <a:ea typeface="Inter Medium" pitchFamily="34" charset="-122"/>
                <a:cs typeface="Inter Medium" pitchFamily="34" charset="-120"/>
              </a:rPr>
              <a:t>.</a:t>
            </a:r>
            <a:endParaRPr lang="en-US" sz="1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06A1264-F221-7838-2495-A40E82AFA818}"/>
              </a:ext>
            </a:extLst>
          </p:cNvPr>
          <p:cNvSpPr/>
          <p:nvPr/>
        </p:nvSpPr>
        <p:spPr>
          <a:xfrm>
            <a:off x="1969382" y="4587766"/>
            <a:ext cx="194310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00"/>
              </a:lnSpc>
              <a:buNone/>
            </a:pPr>
            <a:r>
              <a:rPr lang="en-US" sz="2400" dirty="0">
                <a:ea typeface="DM Sans Semi Bold" pitchFamily="34" charset="-122"/>
                <a:cs typeface="DM Sans Semi Bold" pitchFamily="34" charset="-120"/>
              </a:rPr>
              <a:t>👥 3. Team Size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4C0C7A3-84EB-9D06-37EA-7662522C42E8}"/>
              </a:ext>
            </a:extLst>
          </p:cNvPr>
          <p:cNvSpPr/>
          <p:nvPr/>
        </p:nvSpPr>
        <p:spPr>
          <a:xfrm>
            <a:off x="1969382" y="5024963"/>
            <a:ext cx="819376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400" dirty="0">
                <a:ea typeface="Inter Medium" pitchFamily="34" charset="-122"/>
                <a:cs typeface="Inter Medium" pitchFamily="34" charset="-120"/>
              </a:rPr>
              <a:t>Each team must have </a:t>
            </a:r>
            <a:r>
              <a:rPr lang="en-US" sz="1400" b="1" dirty="0">
                <a:ea typeface="Inter Medium" pitchFamily="34" charset="-122"/>
                <a:cs typeface="Inter Medium" pitchFamily="34" charset="-120"/>
              </a:rPr>
              <a:t>2 to 4 members</a:t>
            </a:r>
            <a:r>
              <a:rPr lang="en-US" sz="1400" dirty="0">
                <a:ea typeface="Inter Medium" pitchFamily="34" charset="-122"/>
                <a:cs typeface="Inter Medium" pitchFamily="34" charset="-120"/>
              </a:rPr>
              <a:t> only.</a:t>
            </a:r>
            <a:endParaRPr lang="en-US" sz="1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6AA2279-EA94-9FB6-8F35-D000E7AEB6DF}"/>
              </a:ext>
            </a:extLst>
          </p:cNvPr>
          <p:cNvSpPr/>
          <p:nvPr/>
        </p:nvSpPr>
        <p:spPr>
          <a:xfrm>
            <a:off x="1969382" y="5569678"/>
            <a:ext cx="320444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00"/>
              </a:lnSpc>
              <a:buNone/>
            </a:pPr>
            <a:r>
              <a:rPr lang="en-US" sz="2400" dirty="0">
                <a:ea typeface="DM Sans Semi Bold" pitchFamily="34" charset="-122"/>
                <a:cs typeface="DM Sans Semi Bold" pitchFamily="34" charset="-120"/>
              </a:rPr>
              <a:t>🚫 4. Do Not Add or Remove Slides</a:t>
            </a:r>
            <a:endParaRPr lang="en-US" sz="2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280F8CE-F077-F222-D5A3-A9F0C6477E9B}"/>
              </a:ext>
            </a:extLst>
          </p:cNvPr>
          <p:cNvSpPr/>
          <p:nvPr/>
        </p:nvSpPr>
        <p:spPr>
          <a:xfrm>
            <a:off x="1969382" y="6006875"/>
            <a:ext cx="819376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400" dirty="0">
                <a:ea typeface="Inter Medium" pitchFamily="34" charset="-122"/>
                <a:cs typeface="Inter Medium" pitchFamily="34" charset="-120"/>
              </a:rPr>
              <a:t>Use only the slides provided in the template.</a:t>
            </a:r>
            <a:endParaRPr lang="en-US" sz="14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E837722-4F5B-4ECA-7CAA-4D74F92E61FF}"/>
              </a:ext>
            </a:extLst>
          </p:cNvPr>
          <p:cNvSpPr/>
          <p:nvPr/>
        </p:nvSpPr>
        <p:spPr>
          <a:xfrm>
            <a:off x="1969382" y="6259288"/>
            <a:ext cx="819376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400" dirty="0">
                <a:ea typeface="Inter Medium" pitchFamily="34" charset="-122"/>
                <a:cs typeface="Inter Medium" pitchFamily="34" charset="-120"/>
              </a:rPr>
              <a:t>Do not add new slides or change the order.</a:t>
            </a:r>
            <a:endParaRPr lang="en-US" sz="14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D4BD65C-782F-BA5A-55FC-10F6B087B92A}"/>
              </a:ext>
            </a:extLst>
          </p:cNvPr>
          <p:cNvSpPr/>
          <p:nvPr/>
        </p:nvSpPr>
        <p:spPr>
          <a:xfrm>
            <a:off x="1969382" y="6660766"/>
            <a:ext cx="396168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00"/>
              </a:lnSpc>
              <a:buNone/>
            </a:pPr>
            <a:r>
              <a:rPr lang="en-US" sz="2400" dirty="0">
                <a:ea typeface="DM Sans Semi Bold" pitchFamily="34" charset="-122"/>
                <a:cs typeface="DM Sans Semi Bold" pitchFamily="34" charset="-120"/>
              </a:rPr>
              <a:t>🗑 5. Remove This Slide Before Submission</a:t>
            </a:r>
            <a:endParaRPr lang="en-US" sz="24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311FA7B-9B58-6F48-C889-03E9AA3A0C93}"/>
              </a:ext>
            </a:extLst>
          </p:cNvPr>
          <p:cNvSpPr/>
          <p:nvPr/>
        </p:nvSpPr>
        <p:spPr>
          <a:xfrm>
            <a:off x="1969382" y="7097964"/>
            <a:ext cx="819376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400" b="1" dirty="0">
                <a:ea typeface="Inter Medium" pitchFamily="34" charset="-122"/>
                <a:cs typeface="Inter Medium" pitchFamily="34" charset="-120"/>
              </a:rPr>
              <a:t>This rules slide must be deleted</a:t>
            </a:r>
            <a:r>
              <a:rPr lang="en-US" sz="1400" dirty="0">
                <a:ea typeface="Inter Medium" pitchFamily="34" charset="-122"/>
                <a:cs typeface="Inter Medium" pitchFamily="34" charset="-120"/>
              </a:rPr>
              <a:t> before uploading the PPT to </a:t>
            </a:r>
            <a:r>
              <a:rPr lang="en-US" sz="1400" b="1" dirty="0">
                <a:ea typeface="Inter Medium" pitchFamily="34" charset="-122"/>
                <a:cs typeface="Inter Medium" pitchFamily="34" charset="-120"/>
              </a:rPr>
              <a:t>Detrothon website or Google Form</a:t>
            </a:r>
            <a:r>
              <a:rPr lang="en-US" sz="1400" dirty="0">
                <a:ea typeface="Inter Medium" pitchFamily="34" charset="-122"/>
                <a:cs typeface="Inter Medium" pitchFamily="34" charset="-120"/>
              </a:rPr>
              <a:t>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59104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Words>264</Words>
  <Application>Microsoft Office PowerPoint</Application>
  <PresentationFormat>Custom</PresentationFormat>
  <Paragraphs>66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 Light</vt:lpstr>
      <vt:lpstr>Inter Medium</vt:lpstr>
      <vt:lpstr>DM Sans Semi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Gopinath . R</cp:lastModifiedBy>
  <cp:revision>4</cp:revision>
  <dcterms:created xsi:type="dcterms:W3CDTF">2026-01-11T12:40:40Z</dcterms:created>
  <dcterms:modified xsi:type="dcterms:W3CDTF">2026-01-11T13:47:47Z</dcterms:modified>
</cp:coreProperties>
</file>